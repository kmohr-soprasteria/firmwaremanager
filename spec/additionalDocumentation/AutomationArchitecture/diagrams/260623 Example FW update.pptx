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61" r:id="rId4"/>
    <p:sldId id="263" r:id="rId5"/>
    <p:sldId id="262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7"/>
    <a:srgbClr val="FFFF5B"/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>
        <p:scale>
          <a:sx n="125" d="100"/>
          <a:sy n="125" d="100"/>
        </p:scale>
        <p:origin x="64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7:43.504" v="3484" actId="20577"/>
      <pc:docMkLst>
        <pc:docMk/>
      </pc:docMkLst>
      <pc:sldChg chg="del">
        <pc:chgData name="Thorsten Heinze" userId="8373ecd2-b5b9-4b48-849d-3bee853f6cc0" providerId="ADAL" clId="{33E4F197-D015-42C7-A91E-E5AC6843AD16}" dt="2026-07-02T08:56:16.791" v="3445" actId="47"/>
        <pc:sldMkLst>
          <pc:docMk/>
          <pc:sldMk cId="840846288" sldId="256"/>
        </pc:sldMkLst>
      </pc:sldChg>
      <pc:sldChg chg="addSp delSp modSp mod">
        <pc:chgData name="Thorsten Heinze" userId="8373ecd2-b5b9-4b48-849d-3bee853f6cc0" providerId="ADAL" clId="{33E4F197-D015-42C7-A91E-E5AC6843AD16}" dt="2026-06-24T17:05:42.108" v="3139" actId="1076"/>
        <pc:sldMkLst>
          <pc:docMk/>
          <pc:sldMk cId="350358792" sldId="262"/>
        </pc:sldMkLst>
        <pc:spChg chg="add mod">
          <ac:chgData name="Thorsten Heinze" userId="8373ecd2-b5b9-4b48-849d-3bee853f6cc0" providerId="ADAL" clId="{33E4F197-D015-42C7-A91E-E5AC6843AD16}" dt="2026-06-24T17:05:42.108" v="3139" actId="1076"/>
          <ac:spMkLst>
            <pc:docMk/>
            <pc:sldMk cId="350358792" sldId="262"/>
            <ac:spMk id="104" creationId="{B878A3EC-B269-0BF9-F3CA-6C5A1F00D218}"/>
          </ac:spMkLst>
        </pc:spChg>
      </pc:sldChg>
      <pc:sldChg chg="addSp delSp modSp mod">
        <pc:chgData name="Thorsten Heinze" userId="8373ecd2-b5b9-4b48-849d-3bee853f6cc0" providerId="ADAL" clId="{33E4F197-D015-42C7-A91E-E5AC6843AD16}" dt="2026-06-24T17:05:48.224" v="3141"/>
        <pc:sldMkLst>
          <pc:docMk/>
          <pc:sldMk cId="1303016700" sldId="267"/>
        </pc:sldMkLst>
        <pc:spChg chg="add mod">
          <ac:chgData name="Thorsten Heinze" userId="8373ecd2-b5b9-4b48-849d-3bee853f6cc0" providerId="ADAL" clId="{33E4F197-D015-42C7-A91E-E5AC6843AD16}" dt="2026-06-24T17:05:48.224" v="3141"/>
          <ac:spMkLst>
            <pc:docMk/>
            <pc:sldMk cId="1303016700" sldId="267"/>
            <ac:spMk id="5" creationId="{A7039479-4DE6-3492-02B7-B5D24FFF753F}"/>
          </ac:spMkLst>
        </pc:spChg>
      </pc:sldChg>
      <pc:sldChg chg="addSp delSp del setBg delDesignElem">
        <pc:chgData name="Thorsten Heinze" userId="8373ecd2-b5b9-4b48-849d-3bee853f6cc0" providerId="ADAL" clId="{33E4F197-D015-42C7-A91E-E5AC6843AD16}" dt="2026-07-02T08:56:16.791" v="3445" actId="47"/>
        <pc:sldMkLst>
          <pc:docMk/>
          <pc:sldMk cId="1514908093" sldId="269"/>
        </pc:sldMkLst>
      </pc:sldChg>
      <pc:sldChg chg="addSp delSp modSp mod setBg delDesignElem">
        <pc:chgData name="Thorsten Heinze" userId="8373ecd2-b5b9-4b48-849d-3bee853f6cc0" providerId="ADAL" clId="{33E4F197-D015-42C7-A91E-E5AC6843AD16}" dt="2026-07-02T08:57:43.504" v="3484" actId="20577"/>
        <pc:sldMkLst>
          <pc:docMk/>
          <pc:sldMk cId="3313364984" sldId="271"/>
        </pc:sldMkLst>
        <pc:spChg chg="mod">
          <ac:chgData name="Thorsten Heinze" userId="8373ecd2-b5b9-4b48-849d-3bee853f6cc0" providerId="ADAL" clId="{33E4F197-D015-42C7-A91E-E5AC6843AD16}" dt="2026-07-02T08:57:43.504" v="3484" actId="20577"/>
          <ac:spMkLst>
            <pc:docMk/>
            <pc:sldMk cId="3313364984" sldId="271"/>
            <ac:spMk id="3" creationId="{226FA12F-A6C1-5AC2-9866-C10190BA79DC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3" creationId="{EFA9B6C6-A247-48A8-9A1C-1E36FA9456B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5" creationId="{C5CB530E-515E-412C-9DF1-5F8FFBD6F383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7" creationId="{712D4376-A578-4FF1-94FC-245E7A6A489F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313364984" sldId="271"/>
            <ac:spMk id="19" creationId="{AEA7509D-F04F-40CB-A0B3-EEF16499CC9F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3313364984" sldId="271"/>
            <ac:cxnSpMk id="21" creationId="{56020367-4FD5-4596-8E10-C5F095CD8DBF}"/>
          </ac:cxnSpMkLst>
        </pc:cxnChg>
      </pc:sldChg>
      <pc:sldChg chg="addSp delSp modSp add del mod ord delDesignElem">
        <pc:chgData name="Thorsten Heinze" userId="8373ecd2-b5b9-4b48-849d-3bee853f6cc0" providerId="ADAL" clId="{33E4F197-D015-42C7-A91E-E5AC6843AD16}" dt="2026-07-02T08:56:20.504" v="3446" actId="47"/>
        <pc:sldMkLst>
          <pc:docMk/>
          <pc:sldMk cId="3940105847" sldId="274"/>
        </pc:sldMkLst>
      </pc:sldChg>
      <pc:sldChg chg="addSp delSp modSp add del mod">
        <pc:chgData name="Thorsten Heinze" userId="8373ecd2-b5b9-4b48-849d-3bee853f6cc0" providerId="ADAL" clId="{33E4F197-D015-42C7-A91E-E5AC6843AD16}" dt="2026-07-02T08:56:20.504" v="3446" actId="47"/>
        <pc:sldMkLst>
          <pc:docMk/>
          <pc:sldMk cId="517113599" sldId="275"/>
        </pc:sldMkLst>
      </pc:sldChg>
      <pc:sldChg chg="addSp delSp modSp new del mod">
        <pc:chgData name="Thorsten Heinze" userId="8373ecd2-b5b9-4b48-849d-3bee853f6cc0" providerId="ADAL" clId="{33E4F197-D015-42C7-A91E-E5AC6843AD16}" dt="2026-07-02T08:56:20.504" v="3446" actId="47"/>
        <pc:sldMkLst>
          <pc:docMk/>
          <pc:sldMk cId="1820569021" sldId="277"/>
        </pc:sldMkLst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4F30D6-2519-3B92-7CBF-44CC8D39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6FA12F-A6C1-5AC2-9866-C10190BA7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1" y="4698614"/>
            <a:ext cx="6067254" cy="1198120"/>
          </a:xfrm>
        </p:spPr>
        <p:txBody>
          <a:bodyPr>
            <a:normAutofit/>
          </a:bodyPr>
          <a:lstStyle/>
          <a:p>
            <a:pPr algn="r"/>
            <a:r>
              <a:rPr lang="de-DE" sz="2000" dirty="0">
                <a:solidFill>
                  <a:srgbClr val="FFFFFF"/>
                </a:solidFill>
              </a:rPr>
              <a:t>Use Case </a:t>
            </a:r>
            <a:r>
              <a:rPr lang="de-DE" sz="2000" dirty="0" err="1">
                <a:solidFill>
                  <a:srgbClr val="FFFFFF"/>
                </a:solidFill>
              </a:rPr>
              <a:t>Example</a:t>
            </a:r>
            <a:endParaRPr lang="de-DE" sz="2000" dirty="0">
              <a:solidFill>
                <a:srgbClr val="FFFFFF"/>
              </a:solidFill>
            </a:endParaRPr>
          </a:p>
          <a:p>
            <a:pPr algn="r"/>
            <a:r>
              <a:rPr lang="de-DE" sz="2000" dirty="0" err="1">
                <a:solidFill>
                  <a:srgbClr val="FFFFFF"/>
                </a:solidFill>
              </a:rPr>
              <a:t>FirmWareManager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executes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>
                <a:solidFill>
                  <a:srgbClr val="FFFFFF"/>
                </a:solidFill>
              </a:rPr>
              <a:t>Firmware Update</a:t>
            </a:r>
            <a:endParaRPr lang="de-DE" sz="2000" dirty="0">
              <a:solidFill>
                <a:srgbClr val="FFFFFF"/>
              </a:solidFill>
            </a:endParaRP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36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83D6249-004F-29C8-2A4C-820DEA7C08FA}"/>
              </a:ext>
            </a:extLst>
          </p:cNvPr>
          <p:cNvSpPr/>
          <p:nvPr/>
        </p:nvSpPr>
        <p:spPr>
          <a:xfrm>
            <a:off x="5362166" y="2900967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4ACFF4-1F1C-7CC6-7562-E54E1C800CB6}"/>
              </a:ext>
            </a:extLst>
          </p:cNvPr>
          <p:cNvSpPr/>
          <p:nvPr/>
        </p:nvSpPr>
        <p:spPr>
          <a:xfrm>
            <a:off x="4752707" y="1535355"/>
            <a:ext cx="2426154" cy="2070100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D2A72E-2344-9F78-61BE-A7AEA7470995}"/>
              </a:ext>
            </a:extLst>
          </p:cNvPr>
          <p:cNvSpPr/>
          <p:nvPr/>
        </p:nvSpPr>
        <p:spPr>
          <a:xfrm>
            <a:off x="5142280" y="284028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FA9797EB-2EF5-F6B1-C231-83409E2BC33A}"/>
              </a:ext>
            </a:extLst>
          </p:cNvPr>
          <p:cNvSpPr/>
          <p:nvPr/>
        </p:nvSpPr>
        <p:spPr>
          <a:xfrm>
            <a:off x="6983541" y="258778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8FE6C00-FA6B-5E07-BD74-72AE6BFD4A13}"/>
              </a:ext>
            </a:extLst>
          </p:cNvPr>
          <p:cNvSpPr/>
          <p:nvPr/>
        </p:nvSpPr>
        <p:spPr>
          <a:xfrm>
            <a:off x="4985169" y="1933500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2C707D-5B19-6648-B7DC-E3B373B13FCE}"/>
              </a:ext>
            </a:extLst>
          </p:cNvPr>
          <p:cNvSpPr/>
          <p:nvPr/>
        </p:nvSpPr>
        <p:spPr>
          <a:xfrm>
            <a:off x="5104448" y="219639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497E514-F054-1083-9F20-D648B9EF16E3}"/>
              </a:ext>
            </a:extLst>
          </p:cNvPr>
          <p:cNvSpPr/>
          <p:nvPr/>
        </p:nvSpPr>
        <p:spPr>
          <a:xfrm>
            <a:off x="5333037" y="30941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3345076" y="2143050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3345076" y="2252377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3464356" y="244969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3464356" y="2559016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Männliches Profil Silhouette">
            <a:extLst>
              <a:ext uri="{FF2B5EF4-FFF2-40B4-BE49-F238E27FC236}">
                <a16:creationId xmlns:a16="http://schemas.microsoft.com/office/drawing/2014/main" id="{AB3BA62C-BC4C-CB8F-7C1B-4B713191C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428" y="1118720"/>
            <a:ext cx="657427" cy="65742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89CC98C-B90A-3931-D718-9979893181A0}"/>
              </a:ext>
            </a:extLst>
          </p:cNvPr>
          <p:cNvSpPr txBox="1"/>
          <p:nvPr/>
        </p:nvSpPr>
        <p:spPr>
          <a:xfrm>
            <a:off x="1867200" y="1739459"/>
            <a:ext cx="2661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rtn950 =&gt; </a:t>
            </a:r>
            <a:r>
              <a:rPr lang="de-DE" err="1"/>
              <a:t>firmware</a:t>
            </a:r>
            <a:r>
              <a:rPr lang="de-DE"/>
              <a:t> 10.26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8297515-C30F-7128-D5E5-5CBB706C8848}"/>
              </a:ext>
            </a:extLst>
          </p:cNvPr>
          <p:cNvSpPr txBox="1"/>
          <p:nvPr/>
        </p:nvSpPr>
        <p:spPr>
          <a:xfrm>
            <a:off x="8586492" y="733813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67" name="Verbinder: gekrümmt 66">
            <a:extLst>
              <a:ext uri="{FF2B5EF4-FFF2-40B4-BE49-F238E27FC236}">
                <a16:creationId xmlns:a16="http://schemas.microsoft.com/office/drawing/2014/main" id="{BD5F80E9-144F-A4A6-597E-24BE2B4B5C2F}"/>
              </a:ext>
            </a:extLst>
          </p:cNvPr>
          <p:cNvCxnSpPr>
            <a:stCxn id="15" idx="3"/>
            <a:endCxn id="12" idx="2"/>
          </p:cNvCxnSpPr>
          <p:nvPr/>
        </p:nvCxnSpPr>
        <p:spPr>
          <a:xfrm>
            <a:off x="5623879" y="2143050"/>
            <a:ext cx="1359662" cy="730142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2CA91327-3E11-1219-6460-D92C6C4B96EE}"/>
              </a:ext>
            </a:extLst>
          </p:cNvPr>
          <p:cNvSpPr txBox="1"/>
          <p:nvPr/>
        </p:nvSpPr>
        <p:spPr>
          <a:xfrm>
            <a:off x="3570371" y="1595515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15656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B2C23F0-9E77-0D1C-8C6D-702CF875344F}"/>
              </a:ext>
            </a:extLst>
          </p:cNvPr>
          <p:cNvSpPr/>
          <p:nvPr/>
        </p:nvSpPr>
        <p:spPr>
          <a:xfrm>
            <a:off x="4666037" y="1595515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BA91994-3710-C7A3-26BC-E5937161A5A3}"/>
              </a:ext>
            </a:extLst>
          </p:cNvPr>
          <p:cNvSpPr/>
          <p:nvPr/>
        </p:nvSpPr>
        <p:spPr>
          <a:xfrm>
            <a:off x="5275496" y="2961127"/>
            <a:ext cx="2853775" cy="2181857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8927DAD-BFB9-3A29-7C6B-BF65C17C6AA5}"/>
              </a:ext>
            </a:extLst>
          </p:cNvPr>
          <p:cNvSpPr/>
          <p:nvPr/>
        </p:nvSpPr>
        <p:spPr>
          <a:xfrm>
            <a:off x="5649864" y="438588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9" name="Zylinder 8">
            <a:extLst>
              <a:ext uri="{FF2B5EF4-FFF2-40B4-BE49-F238E27FC236}">
                <a16:creationId xmlns:a16="http://schemas.microsoft.com/office/drawing/2014/main" id="{512F4294-8ABD-90C7-1786-BD9EDB7BC65D}"/>
              </a:ext>
            </a:extLst>
          </p:cNvPr>
          <p:cNvSpPr/>
          <p:nvPr/>
        </p:nvSpPr>
        <p:spPr>
          <a:xfrm>
            <a:off x="6896871" y="2647948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6A6F592-DD86-A106-5E64-2E699DE00C93}"/>
              </a:ext>
            </a:extLst>
          </p:cNvPr>
          <p:cNvSpPr txBox="1"/>
          <p:nvPr/>
        </p:nvSpPr>
        <p:spPr>
          <a:xfrm>
            <a:off x="4792726" y="1743974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9A7E5303-982B-6711-F217-C44F29B4D392}"/>
              </a:ext>
            </a:extLst>
          </p:cNvPr>
          <p:cNvSpPr/>
          <p:nvPr/>
        </p:nvSpPr>
        <p:spPr>
          <a:xfrm>
            <a:off x="6896638" y="4784553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5201823-A18D-FD84-307E-4F53F845DFC1}"/>
              </a:ext>
            </a:extLst>
          </p:cNvPr>
          <p:cNvSpPr txBox="1"/>
          <p:nvPr/>
        </p:nvSpPr>
        <p:spPr>
          <a:xfrm>
            <a:off x="5517592" y="3976522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3E01FED-6C42-A3FC-BE44-1F61E17AE6B1}"/>
              </a:ext>
            </a:extLst>
          </p:cNvPr>
          <p:cNvSpPr/>
          <p:nvPr/>
        </p:nvSpPr>
        <p:spPr>
          <a:xfrm>
            <a:off x="7245339" y="35545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592077D-5EA8-0BE1-48C0-9DD21D89C597}"/>
              </a:ext>
            </a:extLst>
          </p:cNvPr>
          <p:cNvSpPr/>
          <p:nvPr/>
        </p:nvSpPr>
        <p:spPr>
          <a:xfrm>
            <a:off x="5842091" y="4480572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37DCD9-7745-B83E-1349-F22DC15C82A5}"/>
              </a:ext>
            </a:extLst>
          </p:cNvPr>
          <p:cNvSpPr/>
          <p:nvPr/>
        </p:nvSpPr>
        <p:spPr>
          <a:xfrm>
            <a:off x="6165093" y="4418608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DCCD099-FD22-C3AF-F2BD-9D5EACC33979}"/>
              </a:ext>
            </a:extLst>
          </p:cNvPr>
          <p:cNvSpPr/>
          <p:nvPr/>
        </p:nvSpPr>
        <p:spPr>
          <a:xfrm>
            <a:off x="6397567" y="434340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3A1C1CD-6285-C460-D06D-9919FDB969A4}"/>
              </a:ext>
            </a:extLst>
          </p:cNvPr>
          <p:cNvSpPr/>
          <p:nvPr/>
        </p:nvSpPr>
        <p:spPr>
          <a:xfrm>
            <a:off x="6818288" y="429650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76477FD-51FD-B0AE-C0DC-03CDBC59155B}"/>
              </a:ext>
            </a:extLst>
          </p:cNvPr>
          <p:cNvSpPr/>
          <p:nvPr/>
        </p:nvSpPr>
        <p:spPr>
          <a:xfrm>
            <a:off x="7037235" y="420100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3345076" y="214305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3345076" y="2252377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3464356" y="2449690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3464356" y="2559016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fik 1" descr="Männliches Profil Silhouette">
            <a:extLst>
              <a:ext uri="{FF2B5EF4-FFF2-40B4-BE49-F238E27FC236}">
                <a16:creationId xmlns:a16="http://schemas.microsoft.com/office/drawing/2014/main" id="{AB3BA62C-BC4C-CB8F-7C1B-4B713191C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428" y="1118720"/>
            <a:ext cx="657427" cy="65742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89CC98C-B90A-3931-D718-9979893181A0}"/>
              </a:ext>
            </a:extLst>
          </p:cNvPr>
          <p:cNvSpPr txBox="1"/>
          <p:nvPr/>
        </p:nvSpPr>
        <p:spPr>
          <a:xfrm>
            <a:off x="2772167" y="21430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204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387E1AE-0387-A78F-A826-4C32241C9E33}"/>
              </a:ext>
            </a:extLst>
          </p:cNvPr>
          <p:cNvSpPr txBox="1"/>
          <p:nvPr/>
        </p:nvSpPr>
        <p:spPr>
          <a:xfrm>
            <a:off x="8579069" y="4296509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305250002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305250006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305250012 =&gt; </a:t>
            </a:r>
            <a:r>
              <a:rPr lang="de-DE" sz="1200" err="1"/>
              <a:t>firmware</a:t>
            </a:r>
            <a:r>
              <a:rPr lang="de-DE" sz="1200"/>
              <a:t> 10.26 </a:t>
            </a:r>
            <a:endParaRPr lang="de-DE" sz="1200" dirty="0"/>
          </a:p>
          <a:p>
            <a:r>
              <a:rPr lang="de-DE" sz="1200" dirty="0"/>
              <a:t>….</a:t>
            </a:r>
          </a:p>
        </p:txBody>
      </p:sp>
      <p:cxnSp>
        <p:nvCxnSpPr>
          <p:cNvPr id="28" name="Verbinder: gekrümmt 27">
            <a:extLst>
              <a:ext uri="{FF2B5EF4-FFF2-40B4-BE49-F238E27FC236}">
                <a16:creationId xmlns:a16="http://schemas.microsoft.com/office/drawing/2014/main" id="{2A23557F-27F2-A8DF-D35E-9BD0A14D2195}"/>
              </a:ext>
            </a:extLst>
          </p:cNvPr>
          <p:cNvCxnSpPr>
            <a:cxnSpLocks/>
            <a:stCxn id="9" idx="3"/>
            <a:endCxn id="21" idx="0"/>
          </p:cNvCxnSpPr>
          <p:nvPr/>
        </p:nvCxnSpPr>
        <p:spPr>
          <a:xfrm rot="5400000">
            <a:off x="7446419" y="3337030"/>
            <a:ext cx="335842" cy="9929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krümmt 30">
            <a:extLst>
              <a:ext uri="{FF2B5EF4-FFF2-40B4-BE49-F238E27FC236}">
                <a16:creationId xmlns:a16="http://schemas.microsoft.com/office/drawing/2014/main" id="{199B5C1A-7BB8-43FF-6F70-5E2A38E183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95991" y="4213792"/>
            <a:ext cx="810854" cy="33066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F03AC49F-9D97-C351-97E9-1D5E2F8F90DC}"/>
              </a:ext>
            </a:extLst>
          </p:cNvPr>
          <p:cNvSpPr txBox="1"/>
          <p:nvPr/>
        </p:nvSpPr>
        <p:spPr>
          <a:xfrm>
            <a:off x="8586492" y="733813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36267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5239371" y="1045306"/>
            <a:ext cx="2465406" cy="1530182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5408372" y="12231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6612155" y="14351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6802914" y="16890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7250865" y="1513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7250865" y="16225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7441623" y="18676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7441623" y="19769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7199632" y="2208362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7199632" y="2317688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5538544" y="15066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847264-5580-2F47-CA15-AA68F21877AF}"/>
              </a:ext>
            </a:extLst>
          </p:cNvPr>
          <p:cNvSpPr txBox="1"/>
          <p:nvPr/>
        </p:nvSpPr>
        <p:spPr>
          <a:xfrm>
            <a:off x="9740624" y="1797406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8AC18A-1B17-83C9-4536-A91C6CB42F44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4" name="Verbinder: gekrümmt 3">
            <a:extLst>
              <a:ext uri="{FF2B5EF4-FFF2-40B4-BE49-F238E27FC236}">
                <a16:creationId xmlns:a16="http://schemas.microsoft.com/office/drawing/2014/main" id="{694378D8-C39A-891F-6133-C6A7F372071E}"/>
              </a:ext>
            </a:extLst>
          </p:cNvPr>
          <p:cNvCxnSpPr>
            <a:cxnSpLocks/>
            <a:endCxn id="13" idx="4"/>
          </p:cNvCxnSpPr>
          <p:nvPr/>
        </p:nvCxnSpPr>
        <p:spPr>
          <a:xfrm rot="10800000" flipV="1">
            <a:off x="5935355" y="2208361"/>
            <a:ext cx="617757" cy="14928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E59EA17-F260-DA9B-E44E-EE5710FEC8AA}"/>
              </a:ext>
            </a:extLst>
          </p:cNvPr>
          <p:cNvSpPr txBox="1"/>
          <p:nvPr/>
        </p:nvSpPr>
        <p:spPr>
          <a:xfrm>
            <a:off x="4258345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0EEB7714-9BDB-9E34-5956-B11519CE8006}"/>
              </a:ext>
            </a:extLst>
          </p:cNvPr>
          <p:cNvSpPr/>
          <p:nvPr/>
        </p:nvSpPr>
        <p:spPr>
          <a:xfrm>
            <a:off x="9203316" y="909135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9CA7C6-2630-6DE9-9007-855CF19109AA}"/>
              </a:ext>
            </a:extLst>
          </p:cNvPr>
          <p:cNvSpPr/>
          <p:nvPr/>
        </p:nvSpPr>
        <p:spPr>
          <a:xfrm>
            <a:off x="2976225" y="5472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3EDA3CB-F587-91D5-9707-483D5FA1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59" y="611654"/>
            <a:ext cx="166165" cy="174914"/>
          </a:xfrm>
          <a:prstGeom prst="rect">
            <a:avLst/>
          </a:prstGeom>
        </p:spPr>
      </p:pic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F105DA40-A2C9-B352-B3A3-4A3339272068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rot="16200000" flipH="1">
            <a:off x="4543477" y="-281565"/>
            <a:ext cx="1097465" cy="359325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6569483" y="20637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55464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1921832" y="976228"/>
            <a:ext cx="2691267" cy="1772098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363024" y="207986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797755" y="314529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2091934" y="123073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2672149" y="189465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2862907" y="214853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3468226" y="22339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45623" y="211483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3205758" y="1267141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3F15AB-FB62-4BC4-8B1A-69A69C4C9EF2}"/>
              </a:ext>
            </a:extLst>
          </p:cNvPr>
          <p:cNvSpPr txBox="1"/>
          <p:nvPr/>
        </p:nvSpPr>
        <p:spPr>
          <a:xfrm>
            <a:off x="65202" y="305152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08C925-CE21-1DE4-ABA6-F9FD389F0F75}"/>
              </a:ext>
            </a:extLst>
          </p:cNvPr>
          <p:cNvSpPr txBox="1"/>
          <p:nvPr/>
        </p:nvSpPr>
        <p:spPr>
          <a:xfrm>
            <a:off x="5897025" y="868340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4297471" y="389446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576</a:t>
            </a:r>
          </a:p>
          <a:p>
            <a:r>
              <a:rPr lang="de-DE" sz="1200" dirty="0"/>
              <a:t>305250002: 576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995025" y="50854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9" y="572971"/>
            <a:ext cx="166165" cy="174914"/>
          </a:xfrm>
          <a:prstGeom prst="rect">
            <a:avLst/>
          </a:prstGeom>
        </p:spPr>
      </p:pic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 rot="16200000" flipH="1">
            <a:off x="2250000" y="-7972"/>
            <a:ext cx="339492" cy="221073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Verbinder: gekrümmt 71">
            <a:extLst>
              <a:ext uri="{FF2B5EF4-FFF2-40B4-BE49-F238E27FC236}">
                <a16:creationId xmlns:a16="http://schemas.microsoft.com/office/drawing/2014/main" id="{044AC8E0-3E24-9BF8-3DB7-C2CC3918E82C}"/>
              </a:ext>
            </a:extLst>
          </p:cNvPr>
          <p:cNvCxnSpPr>
            <a:cxnSpLocks/>
            <a:stCxn id="65" idx="2"/>
            <a:endCxn id="44" idx="0"/>
          </p:cNvCxnSpPr>
          <p:nvPr/>
        </p:nvCxnSpPr>
        <p:spPr>
          <a:xfrm rot="16200000" flipH="1">
            <a:off x="3414069" y="1797284"/>
            <a:ext cx="293798" cy="7171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krümmt 75">
            <a:extLst>
              <a:ext uri="{FF2B5EF4-FFF2-40B4-BE49-F238E27FC236}">
                <a16:creationId xmlns:a16="http://schemas.microsoft.com/office/drawing/2014/main" id="{C076C40B-6D21-7A50-FCE0-57D1E13F0AFB}"/>
              </a:ext>
            </a:extLst>
          </p:cNvPr>
          <p:cNvCxnSpPr>
            <a:cxnSpLocks/>
            <a:stCxn id="53" idx="4"/>
            <a:endCxn id="44" idx="1"/>
          </p:cNvCxnSpPr>
          <p:nvPr/>
        </p:nvCxnSpPr>
        <p:spPr>
          <a:xfrm flipV="1">
            <a:off x="2079853" y="2189589"/>
            <a:ext cx="1197616" cy="2106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krümmt 76">
            <a:extLst>
              <a:ext uri="{FF2B5EF4-FFF2-40B4-BE49-F238E27FC236}">
                <a16:creationId xmlns:a16="http://schemas.microsoft.com/office/drawing/2014/main" id="{32F00CAD-0F96-4071-6C61-D8186B5DB78A}"/>
              </a:ext>
            </a:extLst>
          </p:cNvPr>
          <p:cNvCxnSpPr>
            <a:cxnSpLocks/>
            <a:stCxn id="44" idx="1"/>
            <a:endCxn id="53" idx="1"/>
          </p:cNvCxnSpPr>
          <p:nvPr/>
        </p:nvCxnSpPr>
        <p:spPr>
          <a:xfrm rot="10800000">
            <a:off x="1312739" y="2114835"/>
            <a:ext cx="1964731" cy="74754"/>
          </a:xfrm>
          <a:prstGeom prst="curvedConnector4">
            <a:avLst>
              <a:gd name="adj1" fmla="val 30478"/>
              <a:gd name="adj2" fmla="val 40580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3277469" y="198003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75" name="Verbinder: gekrümmt 74">
            <a:extLst>
              <a:ext uri="{FF2B5EF4-FFF2-40B4-BE49-F238E27FC236}">
                <a16:creationId xmlns:a16="http://schemas.microsoft.com/office/drawing/2014/main" id="{B11C8AD3-94DC-0598-68F2-F6B4EE9E2EB6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>
            <a:off x="3916178" y="2180937"/>
            <a:ext cx="446846" cy="18432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krümmt 77">
            <a:extLst>
              <a:ext uri="{FF2B5EF4-FFF2-40B4-BE49-F238E27FC236}">
                <a16:creationId xmlns:a16="http://schemas.microsoft.com/office/drawing/2014/main" id="{B535C1A9-51FA-4E71-9035-8C7B51B8FEBB}"/>
              </a:ext>
            </a:extLst>
          </p:cNvPr>
          <p:cNvCxnSpPr>
            <a:cxnSpLocks/>
            <a:stCxn id="44" idx="3"/>
            <a:endCxn id="13" idx="1"/>
          </p:cNvCxnSpPr>
          <p:nvPr/>
        </p:nvCxnSpPr>
        <p:spPr>
          <a:xfrm flipV="1">
            <a:off x="3916179" y="2079861"/>
            <a:ext cx="1213960" cy="109728"/>
          </a:xfrm>
          <a:prstGeom prst="curvedConnector4">
            <a:avLst>
              <a:gd name="adj1" fmla="val 18404"/>
              <a:gd name="adj2" fmla="val 3993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krümmt 86">
            <a:extLst>
              <a:ext uri="{FF2B5EF4-FFF2-40B4-BE49-F238E27FC236}">
                <a16:creationId xmlns:a16="http://schemas.microsoft.com/office/drawing/2014/main" id="{F3004628-F737-54D2-B66F-8D366A47B3F4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369936" y="2626027"/>
            <a:ext cx="746155" cy="2923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F53CE8AA-F022-6B15-8CCA-8AEB155D9D71}"/>
              </a:ext>
            </a:extLst>
          </p:cNvPr>
          <p:cNvCxnSpPr/>
          <p:nvPr/>
        </p:nvCxnSpPr>
        <p:spPr>
          <a:xfrm>
            <a:off x="8849332" y="3905983"/>
            <a:ext cx="3304568" cy="1468092"/>
          </a:xfrm>
          <a:prstGeom prst="bentConnector3">
            <a:avLst>
              <a:gd name="adj1" fmla="val 423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FC1F681D-70CD-276D-CFF8-5034BBAFA0EB}"/>
              </a:ext>
            </a:extLst>
          </p:cNvPr>
          <p:cNvCxnSpPr>
            <a:cxnSpLocks/>
          </p:cNvCxnSpPr>
          <p:nvPr/>
        </p:nvCxnSpPr>
        <p:spPr>
          <a:xfrm>
            <a:off x="8849332" y="3814822"/>
            <a:ext cx="3304568" cy="1559253"/>
          </a:xfrm>
          <a:prstGeom prst="bentConnector3">
            <a:avLst>
              <a:gd name="adj1" fmla="val 99534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krümmt 95">
            <a:extLst>
              <a:ext uri="{FF2B5EF4-FFF2-40B4-BE49-F238E27FC236}">
                <a16:creationId xmlns:a16="http://schemas.microsoft.com/office/drawing/2014/main" id="{3D870E44-95A9-BFCB-F105-CB15FF16484C}"/>
              </a:ext>
            </a:extLst>
          </p:cNvPr>
          <p:cNvCxnSpPr>
            <a:cxnSpLocks/>
            <a:stCxn id="14" idx="3"/>
          </p:cNvCxnSpPr>
          <p:nvPr/>
        </p:nvCxnSpPr>
        <p:spPr>
          <a:xfrm rot="10800000" flipH="1" flipV="1">
            <a:off x="4244602" y="3796803"/>
            <a:ext cx="4604730" cy="524235"/>
          </a:xfrm>
          <a:prstGeom prst="curvedConnector5">
            <a:avLst>
              <a:gd name="adj1" fmla="val 30830"/>
              <a:gd name="adj2" fmla="val -40834"/>
              <a:gd name="adj3" fmla="val 83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C701FA8D-961B-E462-480C-7DEB5149ECB8}"/>
              </a:ext>
            </a:extLst>
          </p:cNvPr>
          <p:cNvSpPr txBox="1"/>
          <p:nvPr/>
        </p:nvSpPr>
        <p:spPr>
          <a:xfrm>
            <a:off x="5803093" y="3628984"/>
            <a:ext cx="1998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AlarmRaisedNotification</a:t>
            </a:r>
            <a:endParaRPr lang="de-DE" sz="1200" dirty="0"/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B878A3EC-B269-0BF9-F3CA-6C5A1F00D218}"/>
              </a:ext>
            </a:extLst>
          </p:cNvPr>
          <p:cNvSpPr/>
          <p:nvPr/>
        </p:nvSpPr>
        <p:spPr>
          <a:xfrm>
            <a:off x="9865932" y="4407287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Representation Tool</a:t>
            </a:r>
          </a:p>
        </p:txBody>
      </p:sp>
    </p:spTree>
    <p:extLst>
      <p:ext uri="{BB962C8B-B14F-4D97-AF65-F5344CB8AC3E}">
        <p14:creationId xmlns:p14="http://schemas.microsoft.com/office/powerpoint/2010/main" val="35035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835855" y="31376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1422436" y="3825857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576</a:t>
            </a:r>
          </a:p>
          <a:p>
            <a:r>
              <a:rPr lang="de-DE" sz="1200" dirty="0"/>
              <a:t>305250002: 576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1033125" y="5009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59" y="565351"/>
            <a:ext cx="166165" cy="174914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017FFAE1-BA70-48A0-C151-A146C03E75A4}"/>
              </a:ext>
            </a:extLst>
          </p:cNvPr>
          <p:cNvSpPr/>
          <p:nvPr/>
        </p:nvSpPr>
        <p:spPr>
          <a:xfrm>
            <a:off x="4750366" y="2317681"/>
            <a:ext cx="2691267" cy="2466720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73214C-A374-FB92-8017-A621C742B51A}"/>
              </a:ext>
            </a:extLst>
          </p:cNvPr>
          <p:cNvSpPr/>
          <p:nvPr/>
        </p:nvSpPr>
        <p:spPr>
          <a:xfrm>
            <a:off x="6135643" y="38269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7780EC-CB39-7431-200E-7D2F4C2C0431}"/>
              </a:ext>
            </a:extLst>
          </p:cNvPr>
          <p:cNvSpPr/>
          <p:nvPr/>
        </p:nvSpPr>
        <p:spPr>
          <a:xfrm>
            <a:off x="6326402" y="4080846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A7579AC-F4AA-11A3-C313-5ABE33F99E94}"/>
              </a:ext>
            </a:extLst>
          </p:cNvPr>
          <p:cNvSpPr/>
          <p:nvPr/>
        </p:nvSpPr>
        <p:spPr>
          <a:xfrm>
            <a:off x="6178315" y="319831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924A8E4-2308-2ACB-BFD1-A70A44FD2D49}"/>
              </a:ext>
            </a:extLst>
          </p:cNvPr>
          <p:cNvSpPr/>
          <p:nvPr/>
        </p:nvSpPr>
        <p:spPr>
          <a:xfrm>
            <a:off x="6369073" y="34521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E9480D9-0436-AEDE-8B5D-E86CB55DA392}"/>
              </a:ext>
            </a:extLst>
          </p:cNvPr>
          <p:cNvSpPr txBox="1"/>
          <p:nvPr/>
        </p:nvSpPr>
        <p:spPr>
          <a:xfrm>
            <a:off x="4815938" y="28611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C950E17-0724-37BE-2C37-2C11925877A6}"/>
              </a:ext>
            </a:extLst>
          </p:cNvPr>
          <p:cNvCxnSpPr>
            <a:cxnSpLocks/>
          </p:cNvCxnSpPr>
          <p:nvPr/>
        </p:nvCxnSpPr>
        <p:spPr>
          <a:xfrm>
            <a:off x="7039073" y="3553358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2FF3E97-6DD6-611B-1BE2-4F3D8E4867FF}"/>
              </a:ext>
            </a:extLst>
          </p:cNvPr>
          <p:cNvCxnSpPr>
            <a:cxnSpLocks/>
          </p:cNvCxnSpPr>
          <p:nvPr/>
        </p:nvCxnSpPr>
        <p:spPr>
          <a:xfrm flipH="1" flipV="1">
            <a:off x="7039073" y="3662685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4763EB-BA74-C5C0-13B7-2CFA05C79026}"/>
              </a:ext>
            </a:extLst>
          </p:cNvPr>
          <p:cNvCxnSpPr>
            <a:cxnSpLocks/>
          </p:cNvCxnSpPr>
          <p:nvPr/>
        </p:nvCxnSpPr>
        <p:spPr>
          <a:xfrm>
            <a:off x="6815043" y="33010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22A3CE9-C6B0-DDFB-8F7D-F8C38B5DD80B}"/>
              </a:ext>
            </a:extLst>
          </p:cNvPr>
          <p:cNvCxnSpPr>
            <a:cxnSpLocks/>
          </p:cNvCxnSpPr>
          <p:nvPr/>
        </p:nvCxnSpPr>
        <p:spPr>
          <a:xfrm flipH="1" flipV="1">
            <a:off x="6815043" y="341041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78D22083-EA3A-5315-3399-7D4BF3EF8493}"/>
              </a:ext>
            </a:extLst>
          </p:cNvPr>
          <p:cNvSpPr/>
          <p:nvPr/>
        </p:nvSpPr>
        <p:spPr>
          <a:xfrm>
            <a:off x="4997343" y="33433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25" idx="0"/>
          </p:cNvCxnSpPr>
          <p:nvPr/>
        </p:nvCxnSpPr>
        <p:spPr>
          <a:xfrm rot="16200000" flipH="1">
            <a:off x="2122907" y="149602"/>
            <a:ext cx="2423365" cy="396421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krümmt 33">
            <a:extLst>
              <a:ext uri="{FF2B5EF4-FFF2-40B4-BE49-F238E27FC236}">
                <a16:creationId xmlns:a16="http://schemas.microsoft.com/office/drawing/2014/main" id="{3ED79C56-7F88-A44B-F7E6-BD14EE9AF20B}"/>
              </a:ext>
            </a:extLst>
          </p:cNvPr>
          <p:cNvCxnSpPr>
            <a:cxnSpLocks/>
            <a:stCxn id="25" idx="2"/>
            <a:endCxn id="7" idx="1"/>
          </p:cNvCxnSpPr>
          <p:nvPr/>
        </p:nvCxnSpPr>
        <p:spPr>
          <a:xfrm rot="16200000" flipH="1">
            <a:off x="5557599" y="3521593"/>
            <a:ext cx="527902" cy="1009704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rbinder: gekrümmt 35">
            <a:extLst>
              <a:ext uri="{FF2B5EF4-FFF2-40B4-BE49-F238E27FC236}">
                <a16:creationId xmlns:a16="http://schemas.microsoft.com/office/drawing/2014/main" id="{D93F67EB-0FC7-913E-71C1-C7AF435B6489}"/>
              </a:ext>
            </a:extLst>
          </p:cNvPr>
          <p:cNvCxnSpPr>
            <a:cxnSpLocks/>
          </p:cNvCxnSpPr>
          <p:nvPr/>
        </p:nvCxnSpPr>
        <p:spPr>
          <a:xfrm flipV="1">
            <a:off x="4401124" y="3662685"/>
            <a:ext cx="596219" cy="16317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krümmt 36">
            <a:extLst>
              <a:ext uri="{FF2B5EF4-FFF2-40B4-BE49-F238E27FC236}">
                <a16:creationId xmlns:a16="http://schemas.microsoft.com/office/drawing/2014/main" id="{0E94DBD6-29EA-1855-EAEF-4AA5DFF22406}"/>
              </a:ext>
            </a:extLst>
          </p:cNvPr>
          <p:cNvCxnSpPr>
            <a:cxnSpLocks/>
            <a:stCxn id="25" idx="1"/>
            <a:endCxn id="14" idx="0"/>
          </p:cNvCxnSpPr>
          <p:nvPr/>
        </p:nvCxnSpPr>
        <p:spPr>
          <a:xfrm rot="10800000">
            <a:off x="3640717" y="3137674"/>
            <a:ext cx="1356626" cy="415270"/>
          </a:xfrm>
          <a:prstGeom prst="curvedConnector4">
            <a:avLst>
              <a:gd name="adj1" fmla="val 20336"/>
              <a:gd name="adj2" fmla="val 1550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enkblase: wolkenförmig 63">
            <a:extLst>
              <a:ext uri="{FF2B5EF4-FFF2-40B4-BE49-F238E27FC236}">
                <a16:creationId xmlns:a16="http://schemas.microsoft.com/office/drawing/2014/main" id="{951D2010-FEBC-7F54-D332-13FB9741BA32}"/>
              </a:ext>
            </a:extLst>
          </p:cNvPr>
          <p:cNvSpPr/>
          <p:nvPr/>
        </p:nvSpPr>
        <p:spPr>
          <a:xfrm>
            <a:off x="8637235" y="5190751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0" name="Verbinder: gewinkelt 69">
            <a:extLst>
              <a:ext uri="{FF2B5EF4-FFF2-40B4-BE49-F238E27FC236}">
                <a16:creationId xmlns:a16="http://schemas.microsoft.com/office/drawing/2014/main" id="{430F3737-4788-B4F8-C871-7B0B99D7C0A2}"/>
              </a:ext>
            </a:extLst>
          </p:cNvPr>
          <p:cNvCxnSpPr>
            <a:cxnSpLocks/>
          </p:cNvCxnSpPr>
          <p:nvPr/>
        </p:nvCxnSpPr>
        <p:spPr>
          <a:xfrm>
            <a:off x="7007783" y="4180910"/>
            <a:ext cx="2816429" cy="1257472"/>
          </a:xfrm>
          <a:prstGeom prst="bentConnector3">
            <a:avLst>
              <a:gd name="adj1" fmla="val 10013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E722A118-8099-7B41-DD09-E002CBCBF694}"/>
              </a:ext>
            </a:extLst>
          </p:cNvPr>
          <p:cNvCxnSpPr>
            <a:cxnSpLocks/>
          </p:cNvCxnSpPr>
          <p:nvPr/>
        </p:nvCxnSpPr>
        <p:spPr>
          <a:xfrm>
            <a:off x="7039073" y="4303447"/>
            <a:ext cx="2684258" cy="1102746"/>
          </a:xfrm>
          <a:prstGeom prst="bentConnector3">
            <a:avLst>
              <a:gd name="adj1" fmla="val 99626"/>
            </a:avLst>
          </a:prstGeom>
          <a:ln>
            <a:solidFill>
              <a:srgbClr val="FF0000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680DC67F-86BA-1DEA-0A9F-0BA5BC53C702}"/>
              </a:ext>
            </a:extLst>
          </p:cNvPr>
          <p:cNvSpPr txBox="1"/>
          <p:nvPr/>
        </p:nvSpPr>
        <p:spPr>
          <a:xfrm>
            <a:off x="8583819" y="3925492"/>
            <a:ext cx="1417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FirmwareUpgrade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54164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5239371" y="1045306"/>
            <a:ext cx="2465406" cy="1530182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4011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5408372" y="12231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6612155" y="14351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6802914" y="16890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7250865" y="15132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7250865" y="16225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7441623" y="18676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7441623" y="19769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7199632" y="2208362"/>
            <a:ext cx="16400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7199632" y="2317688"/>
            <a:ext cx="1640092" cy="881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837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5538544" y="15066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847264-5580-2F47-CA15-AA68F21877AF}"/>
              </a:ext>
            </a:extLst>
          </p:cNvPr>
          <p:cNvSpPr txBox="1"/>
          <p:nvPr/>
        </p:nvSpPr>
        <p:spPr>
          <a:xfrm>
            <a:off x="9740624" y="1797406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</a:t>
            </a:r>
            <a:r>
              <a:rPr lang="de-DE" sz="1200" dirty="0"/>
              <a:t>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38AC18A-1B17-83C9-4536-A91C6CB42F44}"/>
              </a:ext>
            </a:extLst>
          </p:cNvPr>
          <p:cNvSpPr txBox="1"/>
          <p:nvPr/>
        </p:nvSpPr>
        <p:spPr>
          <a:xfrm>
            <a:off x="1033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cxnSp>
        <p:nvCxnSpPr>
          <p:cNvPr id="4" name="Verbinder: gekrümmt 3">
            <a:extLst>
              <a:ext uri="{FF2B5EF4-FFF2-40B4-BE49-F238E27FC236}">
                <a16:creationId xmlns:a16="http://schemas.microsoft.com/office/drawing/2014/main" id="{694378D8-C39A-891F-6133-C6A7F372071E}"/>
              </a:ext>
            </a:extLst>
          </p:cNvPr>
          <p:cNvCxnSpPr>
            <a:cxnSpLocks/>
            <a:endCxn id="13" idx="4"/>
          </p:cNvCxnSpPr>
          <p:nvPr/>
        </p:nvCxnSpPr>
        <p:spPr>
          <a:xfrm rot="10800000" flipV="1">
            <a:off x="5935355" y="2208361"/>
            <a:ext cx="617757" cy="14928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E59EA17-F260-DA9B-E44E-EE5710FEC8AA}"/>
              </a:ext>
            </a:extLst>
          </p:cNvPr>
          <p:cNvSpPr txBox="1"/>
          <p:nvPr/>
        </p:nvSpPr>
        <p:spPr>
          <a:xfrm>
            <a:off x="4258345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0EEB7714-9BDB-9E34-5956-B11519CE8006}"/>
              </a:ext>
            </a:extLst>
          </p:cNvPr>
          <p:cNvSpPr/>
          <p:nvPr/>
        </p:nvSpPr>
        <p:spPr>
          <a:xfrm>
            <a:off x="9203316" y="909135"/>
            <a:ext cx="2857500" cy="774700"/>
          </a:xfrm>
          <a:prstGeom prst="cloudCallout">
            <a:avLst>
              <a:gd name="adj1" fmla="val 48056"/>
              <a:gd name="adj2" fmla="val 1004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9CA7C6-2630-6DE9-9007-855CF19109AA}"/>
              </a:ext>
            </a:extLst>
          </p:cNvPr>
          <p:cNvSpPr/>
          <p:nvPr/>
        </p:nvSpPr>
        <p:spPr>
          <a:xfrm>
            <a:off x="2976225" y="54723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3EDA3CB-F587-91D5-9707-483D5FA1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359" y="611654"/>
            <a:ext cx="166165" cy="174914"/>
          </a:xfrm>
          <a:prstGeom prst="rect">
            <a:avLst/>
          </a:prstGeom>
        </p:spPr>
      </p:pic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F105DA40-A2C9-B352-B3A3-4A3339272068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rot="16200000" flipH="1">
            <a:off x="4543477" y="-281565"/>
            <a:ext cx="1097465" cy="359325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6569483" y="2063797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147758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1921832" y="968608"/>
            <a:ext cx="2691267" cy="1772098"/>
          </a:xfrm>
          <a:prstGeom prst="rect">
            <a:avLst/>
          </a:prstGeom>
          <a:solidFill>
            <a:srgbClr val="FFFF97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4363024" y="20722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2797755" y="31376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2091934" y="12231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2672149" y="18870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2862907" y="214091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3468226" y="22263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545623" y="21072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3205758" y="1259521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3F15AB-FB62-4BC4-8B1A-69A69C4C9EF2}"/>
              </a:ext>
            </a:extLst>
          </p:cNvPr>
          <p:cNvSpPr txBox="1"/>
          <p:nvPr/>
        </p:nvSpPr>
        <p:spPr>
          <a:xfrm>
            <a:off x="65202" y="304390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10.26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408C925-CE21-1DE4-ABA6-F9FD389F0F75}"/>
              </a:ext>
            </a:extLst>
          </p:cNvPr>
          <p:cNvSpPr txBox="1"/>
          <p:nvPr/>
        </p:nvSpPr>
        <p:spPr>
          <a:xfrm>
            <a:off x="5897025" y="860720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</a:p>
          <a:p>
            <a:r>
              <a:rPr lang="de-DE" sz="1200" dirty="0"/>
              <a:t>305250002 =&gt; </a:t>
            </a:r>
            <a:r>
              <a:rPr lang="de-DE" sz="1200" dirty="0" err="1"/>
              <a:t>firmware</a:t>
            </a:r>
            <a:r>
              <a:rPr lang="de-DE" sz="1200" dirty="0"/>
              <a:t> </a:t>
            </a:r>
            <a:r>
              <a:rPr lang="de-DE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10.26 </a:t>
            </a:r>
            <a:endParaRPr lang="de-DE" sz="1200" dirty="0"/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305250006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305250012 =&gt; </a:t>
            </a:r>
            <a:r>
              <a:rPr lang="de-DE" sz="1200" dirty="0" err="1"/>
              <a:t>firmware</a:t>
            </a:r>
            <a:r>
              <a:rPr lang="de-DE" sz="1200" dirty="0"/>
              <a:t> 4.21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1F3CF2C-9629-7F03-BF98-BB42847C35EC}"/>
              </a:ext>
            </a:extLst>
          </p:cNvPr>
          <p:cNvSpPr txBox="1"/>
          <p:nvPr/>
        </p:nvSpPr>
        <p:spPr>
          <a:xfrm>
            <a:off x="4297471" y="3886841"/>
            <a:ext cx="31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305250001: </a:t>
            </a:r>
            <a:r>
              <a:rPr lang="de-DE" sz="1200" strike="sngStrik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576</a:t>
            </a:r>
          </a:p>
          <a:p>
            <a:r>
              <a:rPr lang="de-DE" sz="1200" dirty="0"/>
              <a:t>305250002: </a:t>
            </a:r>
            <a:r>
              <a:rPr lang="de-DE" sz="1200" strike="sngStrik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576</a:t>
            </a:r>
            <a:r>
              <a:rPr lang="de-DE" sz="1200" dirty="0"/>
              <a:t> </a:t>
            </a:r>
          </a:p>
          <a:p>
            <a:r>
              <a:rPr lang="de-DE" sz="1200" dirty="0"/>
              <a:t>305250003</a:t>
            </a:r>
          </a:p>
          <a:p>
            <a:r>
              <a:rPr lang="de-DE" sz="1200" dirty="0"/>
              <a:t>305250004</a:t>
            </a:r>
          </a:p>
          <a:p>
            <a:r>
              <a:rPr lang="de-DE" sz="1200" dirty="0"/>
              <a:t>305250005: 576 </a:t>
            </a:r>
          </a:p>
          <a:p>
            <a:r>
              <a:rPr lang="de-DE" sz="1200" dirty="0"/>
              <a:t>305250006: 576 </a:t>
            </a:r>
          </a:p>
          <a:p>
            <a:r>
              <a:rPr lang="de-DE" sz="1200" dirty="0"/>
              <a:t>305250007</a:t>
            </a:r>
          </a:p>
          <a:p>
            <a:r>
              <a:rPr lang="de-DE" sz="1200" dirty="0"/>
              <a:t>305250008</a:t>
            </a:r>
          </a:p>
          <a:p>
            <a:r>
              <a:rPr lang="de-DE" sz="1200" dirty="0"/>
              <a:t>305250009</a:t>
            </a:r>
          </a:p>
          <a:p>
            <a:r>
              <a:rPr lang="de-DE" sz="1200" dirty="0"/>
              <a:t>305250010</a:t>
            </a:r>
          </a:p>
          <a:p>
            <a:r>
              <a:rPr lang="de-DE" sz="1200" dirty="0"/>
              <a:t>305250011: 576 </a:t>
            </a:r>
          </a:p>
          <a:p>
            <a:r>
              <a:rPr lang="de-DE" sz="1200" dirty="0"/>
              <a:t>305250012: 576 </a:t>
            </a:r>
          </a:p>
          <a:p>
            <a:r>
              <a:rPr lang="de-DE" sz="1200" dirty="0"/>
              <a:t>….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B4D17F9-2E3E-3FF2-5C65-59536AE6106C}"/>
              </a:ext>
            </a:extLst>
          </p:cNvPr>
          <p:cNvSpPr/>
          <p:nvPr/>
        </p:nvSpPr>
        <p:spPr>
          <a:xfrm>
            <a:off x="995025" y="5009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FCE9BE03-64EE-F967-B541-A6437632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9" y="565351"/>
            <a:ext cx="166165" cy="174914"/>
          </a:xfrm>
          <a:prstGeom prst="rect">
            <a:avLst/>
          </a:prstGeom>
        </p:spPr>
      </p:pic>
      <p:cxnSp>
        <p:nvCxnSpPr>
          <p:cNvPr id="69" name="Verbinder: gekrümmt 68">
            <a:extLst>
              <a:ext uri="{FF2B5EF4-FFF2-40B4-BE49-F238E27FC236}">
                <a16:creationId xmlns:a16="http://schemas.microsoft.com/office/drawing/2014/main" id="{8DFC19B9-4C4F-D97B-E2CE-C41C4E69DB85}"/>
              </a:ext>
            </a:extLst>
          </p:cNvPr>
          <p:cNvCxnSpPr>
            <a:cxnSpLocks/>
            <a:stCxn id="67" idx="2"/>
            <a:endCxn id="65" idx="0"/>
          </p:cNvCxnSpPr>
          <p:nvPr/>
        </p:nvCxnSpPr>
        <p:spPr>
          <a:xfrm rot="16200000" flipH="1">
            <a:off x="2250000" y="-15592"/>
            <a:ext cx="339492" cy="221073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Verbinder: gekrümmt 71">
            <a:extLst>
              <a:ext uri="{FF2B5EF4-FFF2-40B4-BE49-F238E27FC236}">
                <a16:creationId xmlns:a16="http://schemas.microsoft.com/office/drawing/2014/main" id="{044AC8E0-3E24-9BF8-3DB7-C2CC3918E82C}"/>
              </a:ext>
            </a:extLst>
          </p:cNvPr>
          <p:cNvCxnSpPr>
            <a:cxnSpLocks/>
            <a:stCxn id="65" idx="2"/>
            <a:endCxn id="44" idx="0"/>
          </p:cNvCxnSpPr>
          <p:nvPr/>
        </p:nvCxnSpPr>
        <p:spPr>
          <a:xfrm rot="16200000" flipH="1">
            <a:off x="3414069" y="1789664"/>
            <a:ext cx="293798" cy="7171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krümmt 75">
            <a:extLst>
              <a:ext uri="{FF2B5EF4-FFF2-40B4-BE49-F238E27FC236}">
                <a16:creationId xmlns:a16="http://schemas.microsoft.com/office/drawing/2014/main" id="{C076C40B-6D21-7A50-FCE0-57D1E13F0AFB}"/>
              </a:ext>
            </a:extLst>
          </p:cNvPr>
          <p:cNvCxnSpPr>
            <a:cxnSpLocks/>
            <a:stCxn id="53" idx="4"/>
            <a:endCxn id="44" idx="1"/>
          </p:cNvCxnSpPr>
          <p:nvPr/>
        </p:nvCxnSpPr>
        <p:spPr>
          <a:xfrm flipV="1">
            <a:off x="2079853" y="2181969"/>
            <a:ext cx="1197616" cy="21065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krümmt 76">
            <a:extLst>
              <a:ext uri="{FF2B5EF4-FFF2-40B4-BE49-F238E27FC236}">
                <a16:creationId xmlns:a16="http://schemas.microsoft.com/office/drawing/2014/main" id="{32F00CAD-0F96-4071-6C61-D8186B5DB78A}"/>
              </a:ext>
            </a:extLst>
          </p:cNvPr>
          <p:cNvCxnSpPr>
            <a:cxnSpLocks/>
            <a:stCxn id="44" idx="1"/>
            <a:endCxn id="53" idx="1"/>
          </p:cNvCxnSpPr>
          <p:nvPr/>
        </p:nvCxnSpPr>
        <p:spPr>
          <a:xfrm rot="10800000">
            <a:off x="1312739" y="2107215"/>
            <a:ext cx="1964731" cy="74754"/>
          </a:xfrm>
          <a:prstGeom prst="curvedConnector4">
            <a:avLst>
              <a:gd name="adj1" fmla="val 30478"/>
              <a:gd name="adj2" fmla="val 40580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3277469" y="1972419"/>
            <a:ext cx="638710" cy="4191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75" name="Verbinder: gekrümmt 74">
            <a:extLst>
              <a:ext uri="{FF2B5EF4-FFF2-40B4-BE49-F238E27FC236}">
                <a16:creationId xmlns:a16="http://schemas.microsoft.com/office/drawing/2014/main" id="{B11C8AD3-94DC-0598-68F2-F6B4EE9E2EB6}"/>
              </a:ext>
            </a:extLst>
          </p:cNvPr>
          <p:cNvCxnSpPr>
            <a:cxnSpLocks/>
            <a:stCxn id="13" idx="2"/>
          </p:cNvCxnSpPr>
          <p:nvPr/>
        </p:nvCxnSpPr>
        <p:spPr>
          <a:xfrm rot="10800000">
            <a:off x="3916178" y="2173317"/>
            <a:ext cx="446846" cy="18432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krümmt 77">
            <a:extLst>
              <a:ext uri="{FF2B5EF4-FFF2-40B4-BE49-F238E27FC236}">
                <a16:creationId xmlns:a16="http://schemas.microsoft.com/office/drawing/2014/main" id="{B535C1A9-51FA-4E71-9035-8C7B51B8FEBB}"/>
              </a:ext>
            </a:extLst>
          </p:cNvPr>
          <p:cNvCxnSpPr>
            <a:cxnSpLocks/>
            <a:stCxn id="44" idx="3"/>
            <a:endCxn id="13" idx="1"/>
          </p:cNvCxnSpPr>
          <p:nvPr/>
        </p:nvCxnSpPr>
        <p:spPr>
          <a:xfrm flipV="1">
            <a:off x="3916179" y="2072241"/>
            <a:ext cx="1213960" cy="109728"/>
          </a:xfrm>
          <a:prstGeom prst="curvedConnector4">
            <a:avLst>
              <a:gd name="adj1" fmla="val 18404"/>
              <a:gd name="adj2" fmla="val 3993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Verbinder: gekrümmt 86">
            <a:extLst>
              <a:ext uri="{FF2B5EF4-FFF2-40B4-BE49-F238E27FC236}">
                <a16:creationId xmlns:a16="http://schemas.microsoft.com/office/drawing/2014/main" id="{F3004628-F737-54D2-B66F-8D366A47B3F4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3369936" y="2618407"/>
            <a:ext cx="746155" cy="29237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F53CE8AA-F022-6B15-8CCA-8AEB155D9D71}"/>
              </a:ext>
            </a:extLst>
          </p:cNvPr>
          <p:cNvCxnSpPr/>
          <p:nvPr/>
        </p:nvCxnSpPr>
        <p:spPr>
          <a:xfrm>
            <a:off x="8849332" y="3898363"/>
            <a:ext cx="3304568" cy="1468092"/>
          </a:xfrm>
          <a:prstGeom prst="bentConnector3">
            <a:avLst>
              <a:gd name="adj1" fmla="val 423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FC1F681D-70CD-276D-CFF8-5034BBAFA0EB}"/>
              </a:ext>
            </a:extLst>
          </p:cNvPr>
          <p:cNvCxnSpPr>
            <a:cxnSpLocks/>
          </p:cNvCxnSpPr>
          <p:nvPr/>
        </p:nvCxnSpPr>
        <p:spPr>
          <a:xfrm>
            <a:off x="8849332" y="3807202"/>
            <a:ext cx="3304568" cy="1559253"/>
          </a:xfrm>
          <a:prstGeom prst="bentConnector3">
            <a:avLst>
              <a:gd name="adj1" fmla="val 99534"/>
            </a:avLst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krümmt 95">
            <a:extLst>
              <a:ext uri="{FF2B5EF4-FFF2-40B4-BE49-F238E27FC236}">
                <a16:creationId xmlns:a16="http://schemas.microsoft.com/office/drawing/2014/main" id="{3D870E44-95A9-BFCB-F105-CB15FF16484C}"/>
              </a:ext>
            </a:extLst>
          </p:cNvPr>
          <p:cNvCxnSpPr>
            <a:cxnSpLocks/>
            <a:stCxn id="14" idx="3"/>
          </p:cNvCxnSpPr>
          <p:nvPr/>
        </p:nvCxnSpPr>
        <p:spPr>
          <a:xfrm rot="10800000" flipH="1" flipV="1">
            <a:off x="4244602" y="3789183"/>
            <a:ext cx="4604730" cy="524235"/>
          </a:xfrm>
          <a:prstGeom prst="curvedConnector5">
            <a:avLst>
              <a:gd name="adj1" fmla="val 30830"/>
              <a:gd name="adj2" fmla="val -40834"/>
              <a:gd name="adj3" fmla="val 83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C701FA8D-961B-E462-480C-7DEB5149ECB8}"/>
              </a:ext>
            </a:extLst>
          </p:cNvPr>
          <p:cNvSpPr txBox="1"/>
          <p:nvPr/>
        </p:nvSpPr>
        <p:spPr>
          <a:xfrm>
            <a:off x="5760233" y="3595831"/>
            <a:ext cx="1890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AlarmClearedNotification</a:t>
            </a:r>
            <a:endParaRPr lang="de-DE" sz="120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7039479-4DE6-3492-02B7-B5D24FFF753F}"/>
              </a:ext>
            </a:extLst>
          </p:cNvPr>
          <p:cNvSpPr/>
          <p:nvPr/>
        </p:nvSpPr>
        <p:spPr>
          <a:xfrm>
            <a:off x="9865932" y="4399667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Representation Tool</a:t>
            </a:r>
          </a:p>
        </p:txBody>
      </p:sp>
    </p:spTree>
    <p:extLst>
      <p:ext uri="{BB962C8B-B14F-4D97-AF65-F5344CB8AC3E}">
        <p14:creationId xmlns:p14="http://schemas.microsoft.com/office/powerpoint/2010/main" val="130301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536</Words>
  <Application>Microsoft Office PowerPoint</Application>
  <PresentationFormat>Breitbild</PresentationFormat>
  <Paragraphs>250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AutomationArchitecture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Katharina Mohr (External)</cp:lastModifiedBy>
  <cp:revision>4</cp:revision>
  <dcterms:created xsi:type="dcterms:W3CDTF">2026-06-23T15:25:35Z</dcterms:created>
  <dcterms:modified xsi:type="dcterms:W3CDTF">2026-07-23T11:18:03Z</dcterms:modified>
</cp:coreProperties>
</file>